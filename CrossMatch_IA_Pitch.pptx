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CrossMatch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Inteligência para transformar incompatibilidade em transplante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 Problema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Muitos pacientes têm doadores, mas não conseguem transplante devido à incompatibilidade.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Oportunidade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Doação cruzada permite trocar doadores entre famílias incompatíveis.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Solução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com IA que encontra matches, calcula probabilidade de sucesso e forma cadeias.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Diferenciais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IA preditiva</a:t>
            </a:r>
          </a:p>
          <a:p>
            <a:r>
              <a:t>• Matching em rede</a:t>
            </a:r>
          </a:p>
          <a:p>
            <a:r>
              <a:t>• Visualização em grafo</a:t>
            </a:r>
          </a:p>
          <a:p>
            <a:r>
              <a:t>• Interface simples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MVP Desenvolvido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 realista</a:t>
            </a:r>
          </a:p>
          <a:p>
            <a:r>
              <a:t>• Modelo IA (ROC-AUC ~97%)</a:t>
            </a:r>
          </a:p>
          <a:p>
            <a:r>
              <a:t>• Dashboard interativo</a:t>
            </a:r>
          </a:p>
          <a:p>
            <a:r>
              <a:t>• Simulador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Mais transplantes, menos diálise, melhor qualidade de vida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Governança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Sistema de apoio à decisão, validado por equipe médica e ética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Validação clínica, dados reais, integração hospitalar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Mensagem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Transformar intenções de doação em vidas salvas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