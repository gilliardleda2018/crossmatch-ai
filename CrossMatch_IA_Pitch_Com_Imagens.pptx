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06699"/>
                </a:solidFill>
              </a:rPr>
              <a:t>CrossMatch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Transformando incompatibilidade em transplantes reais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Dashboard - Visão Geral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[INSERIR PRINT DO SISTEMA AQUI]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Mostra panorama dos pares, distribuição e melhores matches sugeridos pela 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Ranking Inteligente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[INSERIR PRINT DO SISTEMA AQUI]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Ordenação automática dos melhores matches com base na probabilidade da 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Simulador de Cadeia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[INSERIR PRINT DO SISTEMA AQUI]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Permite explorar para quem um doador pode doar e quem pode doar para ele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Grafo de Doação Cruzada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[INSERIR PRINT DO SISTEMA AQUI]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Visualização em rede das possibilidades de transplante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Ciclos Identificados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[INSERIR PRINT DO SISTEMA AQUI]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Exibição de cadeias de 2 e 3 pares com maior probabilidade de sucesso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06699"/>
                </a:solidFill>
              </a:rPr>
              <a:t>Diferencial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Sistema com IA + Grafos + Simulação em tempo real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06699"/>
                </a:solidFill>
              </a:rPr>
              <a:t>Impacto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Mais transplantes, menos diálise, mais vidas salvas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