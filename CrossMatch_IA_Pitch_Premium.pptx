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06699"/>
                </a:solidFill>
              </a:rPr>
              <a:t>CrossMatch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Inteligência para transformar incompatibilidade em transplante</a:t>
            </a:r>
          </a:p>
          <a:p>
            <a:pPr>
              <a:defRPr sz="2200"/>
            </a:pPr>
            <a:r>
              <a:t>Sistema baseado em IA para doação cruzada renal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06699"/>
                </a:solidFill>
              </a:rPr>
              <a:t>O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Doadores existem, mas são incompatíveis</a:t>
            </a:r>
          </a:p>
          <a:p>
            <a:pPr>
              <a:defRPr sz="2200"/>
            </a:pPr>
            <a:r>
              <a:t>Pacientes permanecem em diálise</a:t>
            </a:r>
          </a:p>
          <a:p>
            <a:pPr>
              <a:defRPr sz="2200"/>
            </a:pPr>
            <a:r>
              <a:t>Perda de oportunidades de transplante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06699"/>
                </a:solidFill>
              </a:rPr>
              <a:t>A Oportunidade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Doação cruzada entre famílias</a:t>
            </a:r>
          </a:p>
          <a:p>
            <a:pPr>
              <a:defRPr sz="2200"/>
            </a:pPr>
            <a:r>
              <a:t>Pouco explorada e pouco automatizada</a:t>
            </a:r>
          </a:p>
          <a:p>
            <a:pPr>
              <a:defRPr sz="2200"/>
            </a:pPr>
            <a:r>
              <a:t>Alto potencial de impacto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06699"/>
                </a:solidFill>
              </a:rPr>
              <a:t>A Solução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Plataforma com IA</a:t>
            </a:r>
          </a:p>
          <a:p>
            <a:pPr>
              <a:defRPr sz="2200"/>
            </a:pPr>
            <a:r>
              <a:t>Matching inteligente</a:t>
            </a:r>
          </a:p>
          <a:p>
            <a:pPr>
              <a:defRPr sz="2200"/>
            </a:pPr>
            <a:r>
              <a:t>Simulação de cadeias</a:t>
            </a:r>
          </a:p>
          <a:p>
            <a:pPr>
              <a:defRPr sz="2200"/>
            </a:pPr>
            <a:r>
              <a:t>Visualização em grafo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06699"/>
                </a:solidFill>
              </a:rPr>
              <a:t>Diferenciais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IA preditiva (probabilidade de sucesso)</a:t>
            </a:r>
          </a:p>
          <a:p>
            <a:pPr>
              <a:defRPr sz="2200"/>
            </a:pPr>
            <a:r>
              <a:t>Otimização em rede</a:t>
            </a:r>
          </a:p>
          <a:p>
            <a:pPr>
              <a:defRPr sz="2200"/>
            </a:pPr>
            <a:r>
              <a:t>Interface acessível</a:t>
            </a:r>
          </a:p>
          <a:p>
            <a:pPr>
              <a:defRPr sz="2200"/>
            </a:pPr>
            <a:r>
              <a:t>Explicabilidade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06699"/>
                </a:solidFill>
              </a:rPr>
              <a:t>MVP Desenvolvido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Dataset realista</a:t>
            </a:r>
          </a:p>
          <a:p>
            <a:pPr>
              <a:defRPr sz="2200"/>
            </a:pPr>
            <a:r>
              <a:t>Modelo IA (ROC-AUC ~97%)</a:t>
            </a:r>
          </a:p>
          <a:p>
            <a:pPr>
              <a:defRPr sz="2200"/>
            </a:pPr>
            <a:r>
              <a:t>Dashboard interativo</a:t>
            </a:r>
          </a:p>
          <a:p>
            <a:pPr>
              <a:defRPr sz="2200"/>
            </a:pPr>
            <a:r>
              <a:t>Simulador de cadeia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06699"/>
                </a:solidFill>
              </a:rPr>
              <a:t>Impacto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Mais transplantes</a:t>
            </a:r>
          </a:p>
          <a:p>
            <a:pPr>
              <a:defRPr sz="2200"/>
            </a:pPr>
            <a:r>
              <a:t>Menos tempo em diálise</a:t>
            </a:r>
          </a:p>
          <a:p>
            <a:pPr>
              <a:defRPr sz="2200"/>
            </a:pPr>
            <a:r>
              <a:t>Redução de custos</a:t>
            </a:r>
          </a:p>
          <a:p>
            <a:pPr>
              <a:defRPr sz="2200"/>
            </a:pPr>
            <a:r>
              <a:t>Melhoria da qualidade de vida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06699"/>
                </a:solidFill>
              </a:rPr>
              <a:t>Governança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Sistema de apoio à decisão</a:t>
            </a:r>
          </a:p>
          <a:p>
            <a:pPr>
              <a:defRPr sz="2200"/>
            </a:pPr>
            <a:r>
              <a:t>Validação médica obrigatória</a:t>
            </a:r>
          </a:p>
          <a:p>
            <a:pPr>
              <a:defRPr sz="2200"/>
            </a:pPr>
            <a:r>
              <a:t>Conformidade ética e legal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06699"/>
                </a:solidFill>
              </a:rPr>
              <a:t>Próximos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Validação com especialistas</a:t>
            </a:r>
          </a:p>
          <a:p>
            <a:pPr>
              <a:defRPr sz="2200"/>
            </a:pPr>
            <a:r>
              <a:t>Dados reais anonimizados</a:t>
            </a:r>
          </a:p>
          <a:p>
            <a:pPr>
              <a:defRPr sz="2200"/>
            </a:pPr>
            <a:r>
              <a:t>Integração com hospitais</a:t>
            </a:r>
          </a:p>
          <a:p>
            <a:pPr>
              <a:defRPr sz="2200"/>
            </a:pPr>
            <a:r>
              <a:t>Piloto regional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06699"/>
                </a:solidFill>
              </a:rPr>
              <a:t>Mensagem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Transformar intenções em vidas salvas</a:t>
            </a:r>
          </a:p>
          <a:p>
            <a:pPr>
              <a:defRPr sz="2200"/>
            </a:pPr>
            <a:r>
              <a:t>Criar caminhos onde antes não existiam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